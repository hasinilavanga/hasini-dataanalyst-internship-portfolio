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502E0-52FC-47C1-806A-64432CD27A1D}" type="datetimeFigureOut">
              <a:rPr lang="en-US" smtClean="0"/>
              <a:pPr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8970-7D85-4934-88F0-109EEE5E296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siniLavanga/EDA-Business-Intelligence-ApexPlanet" TargetMode="External"/><Relationship Id="rId2" Type="http://schemas.openxmlformats.org/officeDocument/2006/relationships/hyperlink" Target="https://github.com/HasiniLavanga/Data-Wrangling-ApexPlane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asiniLavanga/house-price-simple-app" TargetMode="External"/><Relationship Id="rId4" Type="http://schemas.openxmlformats.org/officeDocument/2006/relationships/hyperlink" Target="https://github.com/HasiniLavanga/superstore-sales-dashboard-analysi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Data Analyst Internship Portfolio</a:t>
            </a:r>
            <a:endParaRPr lang="en-US" sz="36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Hasini </a:t>
            </a:r>
            <a:r>
              <a:rPr lang="en-IN" sz="2400" dirty="0" err="1" smtClean="0"/>
              <a:t>Lavanga</a:t>
            </a:r>
            <a:r>
              <a:rPr lang="en-IN" sz="2400" dirty="0" smtClean="0"/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Internship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 smtClean="0"/>
              <a:t>During this internship, I worked on multiple data analytics projects covering data cleaning, exploratory data analysis, business intelligence, dashboard development, and time series forecasting.</a:t>
            </a:r>
          </a:p>
          <a:p>
            <a:r>
              <a:rPr lang="en-US" b="1" dirty="0" smtClean="0"/>
              <a:t>Technologies Used</a:t>
            </a:r>
          </a:p>
          <a:p>
            <a:r>
              <a:rPr lang="en-US" dirty="0" smtClean="0"/>
              <a:t>Python </a:t>
            </a:r>
          </a:p>
          <a:p>
            <a:r>
              <a:rPr lang="en-US" dirty="0" smtClean="0"/>
              <a:t>Pandas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Matplotlib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Seaborn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Scikit</a:t>
            </a:r>
            <a:r>
              <a:rPr lang="en-US" dirty="0" smtClean="0"/>
              <a:t>-learn </a:t>
            </a:r>
          </a:p>
          <a:p>
            <a:r>
              <a:rPr lang="en-US" dirty="0" err="1" smtClean="0"/>
              <a:t>Statsmodels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GitHub</a:t>
            </a:r>
            <a:r>
              <a:rPr lang="en-US" dirty="0" smtClean="0"/>
              <a:t> </a:t>
            </a:r>
          </a:p>
          <a:p>
            <a:r>
              <a:rPr lang="en-US" dirty="0" smtClean="0"/>
              <a:t>VS Code </a:t>
            </a:r>
          </a:p>
          <a:p>
            <a:r>
              <a:rPr lang="en-US" b="1" dirty="0" smtClean="0"/>
              <a:t>Internship Objectives</a:t>
            </a:r>
          </a:p>
          <a:p>
            <a:r>
              <a:rPr lang="en-US" dirty="0" smtClean="0"/>
              <a:t>Analyze real-world datasets </a:t>
            </a:r>
          </a:p>
          <a:p>
            <a:r>
              <a:rPr lang="en-US" dirty="0" smtClean="0"/>
              <a:t>Generate business insights </a:t>
            </a:r>
          </a:p>
          <a:p>
            <a:r>
              <a:rPr lang="en-US" dirty="0" smtClean="0"/>
              <a:t>Build interactive dashboards </a:t>
            </a:r>
          </a:p>
          <a:p>
            <a:r>
              <a:rPr lang="en-US" dirty="0" smtClean="0"/>
              <a:t>Apply forecasting techniques </a:t>
            </a:r>
          </a:p>
          <a:p>
            <a:r>
              <a:rPr lang="en-US" dirty="0" smtClean="0"/>
              <a:t>Present findings effectively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 smtClean="0"/>
              <a:t>Task 1 – </a:t>
            </a:r>
            <a:r>
              <a:rPr lang="en-US" sz="3200" b="1" dirty="0" smtClean="0"/>
              <a:t>Data Immersion &amp; Wrangling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Objective</a:t>
            </a:r>
          </a:p>
          <a:p>
            <a:r>
              <a:rPr lang="en-US" dirty="0" smtClean="0"/>
              <a:t>Perform data cleaning and exploratory analysis to understand dataset structure, trends, and patterns.</a:t>
            </a:r>
          </a:p>
          <a:p>
            <a:r>
              <a:rPr lang="en-US" b="1" dirty="0" smtClean="0"/>
              <a:t>Activities Performed</a:t>
            </a:r>
          </a:p>
          <a:p>
            <a:r>
              <a:rPr lang="en-US" dirty="0" smtClean="0"/>
              <a:t>Imported and explored dataset </a:t>
            </a:r>
          </a:p>
          <a:p>
            <a:r>
              <a:rPr lang="en-US" dirty="0" smtClean="0"/>
              <a:t>Handled missing values </a:t>
            </a:r>
          </a:p>
          <a:p>
            <a:r>
              <a:rPr lang="en-US" dirty="0" smtClean="0"/>
              <a:t>Removed duplicates </a:t>
            </a:r>
          </a:p>
          <a:p>
            <a:r>
              <a:rPr lang="en-US" dirty="0" smtClean="0"/>
              <a:t>Performed data transformation </a:t>
            </a:r>
          </a:p>
          <a:p>
            <a:r>
              <a:rPr lang="en-US" dirty="0" smtClean="0"/>
              <a:t>Generated summary statistics </a:t>
            </a:r>
          </a:p>
          <a:p>
            <a:r>
              <a:rPr lang="en-US" dirty="0" smtClean="0"/>
              <a:t>Created visualizations for trend analysis </a:t>
            </a:r>
          </a:p>
          <a:p>
            <a:r>
              <a:rPr lang="en-US" b="1" dirty="0" smtClean="0"/>
              <a:t>Skills Demonstrated</a:t>
            </a:r>
          </a:p>
          <a:p>
            <a:r>
              <a:rPr lang="en-US" dirty="0" smtClean="0"/>
              <a:t>Data Cleaning </a:t>
            </a:r>
          </a:p>
          <a:p>
            <a:r>
              <a:rPr lang="en-US" dirty="0" smtClean="0"/>
              <a:t>Data Wrangling </a:t>
            </a:r>
          </a:p>
          <a:p>
            <a:r>
              <a:rPr lang="en-US" dirty="0" smtClean="0"/>
              <a:t>Exploratory Data Analysis </a:t>
            </a:r>
          </a:p>
          <a:p>
            <a:r>
              <a:rPr lang="en-US" dirty="0" smtClean="0"/>
              <a:t>Data Visualization </a:t>
            </a:r>
          </a:p>
          <a:p>
            <a:r>
              <a:rPr lang="en-US" b="1" dirty="0" smtClean="0"/>
              <a:t>Outcome</a:t>
            </a:r>
          </a:p>
          <a:p>
            <a:r>
              <a:rPr lang="en-US" dirty="0" smtClean="0"/>
              <a:t>Successfully transformed raw data into a clean and analysis-ready dataset.</a:t>
            </a:r>
          </a:p>
          <a:p>
            <a:endParaRPr lang="en-IN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tegor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66" y="714356"/>
            <a:ext cx="6709428" cy="50320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428604"/>
            <a:ext cx="7429552" cy="55007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 smtClean="0"/>
              <a:t>Task 2 – Exploratory Data Analysis (EDA) &amp; Business Intelligence 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 smtClean="0"/>
              <a:t>Objective</a:t>
            </a:r>
          </a:p>
          <a:p>
            <a:r>
              <a:rPr lang="en-US" sz="1400" dirty="0" smtClean="0"/>
              <a:t>Analyze business data to uncover meaningful insights and support decision-making.</a:t>
            </a:r>
          </a:p>
          <a:p>
            <a:r>
              <a:rPr lang="en-US" sz="1400" b="1" dirty="0" smtClean="0"/>
              <a:t>Activities Performed</a:t>
            </a:r>
          </a:p>
          <a:p>
            <a:r>
              <a:rPr lang="en-US" sz="1400" dirty="0" smtClean="0"/>
              <a:t>Defined business KPIs </a:t>
            </a:r>
          </a:p>
          <a:p>
            <a:r>
              <a:rPr lang="en-US" sz="1400" dirty="0" smtClean="0"/>
              <a:t>Analyzed sales performance </a:t>
            </a:r>
          </a:p>
          <a:p>
            <a:r>
              <a:rPr lang="en-US" sz="1400" dirty="0" smtClean="0"/>
              <a:t>Evaluated profitability trends </a:t>
            </a:r>
          </a:p>
          <a:p>
            <a:r>
              <a:rPr lang="en-US" sz="1400" dirty="0" smtClean="0"/>
              <a:t>Studied customer and product behavior </a:t>
            </a:r>
          </a:p>
          <a:p>
            <a:r>
              <a:rPr lang="en-US" sz="1400" dirty="0" smtClean="0"/>
              <a:t>Created analytical visualizations </a:t>
            </a:r>
          </a:p>
          <a:p>
            <a:r>
              <a:rPr lang="en-US" sz="1400" b="1" dirty="0" smtClean="0"/>
              <a:t>Skills Demonstrated</a:t>
            </a:r>
          </a:p>
          <a:p>
            <a:r>
              <a:rPr lang="en-US" sz="1400" dirty="0" smtClean="0"/>
              <a:t>KPI Analysis </a:t>
            </a:r>
          </a:p>
          <a:p>
            <a:r>
              <a:rPr lang="en-US" sz="1400" dirty="0" smtClean="0"/>
              <a:t>Business Intelligence </a:t>
            </a:r>
          </a:p>
          <a:p>
            <a:r>
              <a:rPr lang="en-US" sz="1400" dirty="0" smtClean="0"/>
              <a:t>Data Storytelling </a:t>
            </a:r>
          </a:p>
          <a:p>
            <a:r>
              <a:rPr lang="en-US" sz="1400" dirty="0" smtClean="0"/>
              <a:t>Visualization Design </a:t>
            </a:r>
          </a:p>
          <a:p>
            <a:r>
              <a:rPr lang="en-US" sz="1400" b="1" dirty="0" smtClean="0"/>
              <a:t>Outcome</a:t>
            </a:r>
          </a:p>
          <a:p>
            <a:r>
              <a:rPr lang="en-US" sz="1400" dirty="0" smtClean="0"/>
              <a:t>Generated actionable insights from business data through visual analytics.</a:t>
            </a:r>
          </a:p>
          <a:p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da_analysis_fi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85728"/>
            <a:ext cx="3929090" cy="2678925"/>
          </a:xfrm>
          <a:prstGeom prst="rect">
            <a:avLst/>
          </a:prstGeom>
        </p:spPr>
      </p:pic>
      <p:pic>
        <p:nvPicPr>
          <p:cNvPr id="7" name="Picture 6" descr="eda_analysis_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57166"/>
            <a:ext cx="4000528" cy="2571768"/>
          </a:xfrm>
          <a:prstGeom prst="rect">
            <a:avLst/>
          </a:prstGeom>
        </p:spPr>
      </p:pic>
      <p:pic>
        <p:nvPicPr>
          <p:cNvPr id="8" name="Picture 7" descr="eda_analysis_fig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24" y="3071810"/>
            <a:ext cx="3714776" cy="2786082"/>
          </a:xfrm>
          <a:prstGeom prst="rect">
            <a:avLst/>
          </a:prstGeom>
        </p:spPr>
      </p:pic>
      <p:pic>
        <p:nvPicPr>
          <p:cNvPr id="9" name="Picture 8" descr="eda_analysis_fig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90" y="3357562"/>
            <a:ext cx="3429024" cy="2571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a_analysis_fig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34" y="285729"/>
            <a:ext cx="2952770" cy="2214578"/>
          </a:xfrm>
          <a:prstGeom prst="rect">
            <a:avLst/>
          </a:prstGeom>
        </p:spPr>
      </p:pic>
      <p:pic>
        <p:nvPicPr>
          <p:cNvPr id="3" name="Picture 2" descr="eda_analysis_fig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02" y="428604"/>
            <a:ext cx="5899396" cy="2857520"/>
          </a:xfrm>
          <a:prstGeom prst="rect">
            <a:avLst/>
          </a:prstGeom>
        </p:spPr>
      </p:pic>
      <p:pic>
        <p:nvPicPr>
          <p:cNvPr id="5" name="Picture 4" descr="profi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58" y="3071810"/>
            <a:ext cx="4232943" cy="3174707"/>
          </a:xfrm>
          <a:prstGeom prst="rect">
            <a:avLst/>
          </a:prstGeom>
        </p:spPr>
      </p:pic>
      <p:pic>
        <p:nvPicPr>
          <p:cNvPr id="7" name="Picture 6" descr="sales_by_reg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4" y="3429000"/>
            <a:ext cx="3786214" cy="28396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 smtClean="0"/>
              <a:t>Task 3 – </a:t>
            </a:r>
            <a:r>
              <a:rPr lang="en-US" sz="3200" b="1" dirty="0" smtClean="0"/>
              <a:t>Deep-Dive Analysis &amp; Interactive </a:t>
            </a:r>
            <a:r>
              <a:rPr lang="en-US" sz="3200" b="1" dirty="0" err="1" smtClean="0"/>
              <a:t>Dashboarding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400" b="1" dirty="0" smtClean="0"/>
              <a:t>Objective</a:t>
            </a:r>
          </a:p>
          <a:p>
            <a:r>
              <a:rPr lang="en-GB" sz="1400" dirty="0" smtClean="0"/>
              <a:t>Design and develop an interactive dashboard for business performance monitoring.</a:t>
            </a:r>
          </a:p>
          <a:p>
            <a:r>
              <a:rPr lang="en-GB" sz="1400" b="1" dirty="0" smtClean="0"/>
              <a:t>Activities Performed</a:t>
            </a:r>
          </a:p>
          <a:p>
            <a:r>
              <a:rPr lang="en-GB" sz="1400" dirty="0" smtClean="0"/>
              <a:t>Created dashboard layout </a:t>
            </a:r>
          </a:p>
          <a:p>
            <a:r>
              <a:rPr lang="en-GB" sz="1400" dirty="0" smtClean="0"/>
              <a:t>Designed visual reports </a:t>
            </a:r>
          </a:p>
          <a:p>
            <a:r>
              <a:rPr lang="en-GB" sz="1400" dirty="0" smtClean="0"/>
              <a:t>Implemented filters and interactions </a:t>
            </a:r>
          </a:p>
          <a:p>
            <a:r>
              <a:rPr lang="en-GB" sz="1400" dirty="0" smtClean="0"/>
              <a:t>Summarized business metrics </a:t>
            </a:r>
          </a:p>
          <a:p>
            <a:r>
              <a:rPr lang="en-GB" sz="1400" b="1" dirty="0" smtClean="0"/>
              <a:t>Skills Demonstrated</a:t>
            </a:r>
          </a:p>
          <a:p>
            <a:r>
              <a:rPr lang="en-GB" sz="1400" dirty="0" smtClean="0"/>
              <a:t>Dashboard Design </a:t>
            </a:r>
          </a:p>
          <a:p>
            <a:r>
              <a:rPr lang="en-GB" sz="1400" dirty="0" smtClean="0"/>
              <a:t>Interactive Reporting </a:t>
            </a:r>
          </a:p>
          <a:p>
            <a:r>
              <a:rPr lang="en-GB" sz="1400" dirty="0" smtClean="0"/>
              <a:t>Business Visualization </a:t>
            </a:r>
          </a:p>
          <a:p>
            <a:r>
              <a:rPr lang="en-GB" sz="1400" dirty="0" smtClean="0"/>
              <a:t>Data Presentation </a:t>
            </a:r>
          </a:p>
          <a:p>
            <a:r>
              <a:rPr lang="en-GB" sz="1400" b="1" dirty="0" smtClean="0"/>
              <a:t>Outcome</a:t>
            </a:r>
          </a:p>
          <a:p>
            <a:r>
              <a:rPr lang="en-GB" sz="1400" dirty="0" smtClean="0"/>
              <a:t>Built a dashboard that enables users to explore business performance efficiently.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tegor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500042"/>
            <a:ext cx="2771779" cy="2771779"/>
          </a:xfrm>
          <a:prstGeom prst="rect">
            <a:avLst/>
          </a:prstGeom>
        </p:spPr>
      </p:pic>
      <p:pic>
        <p:nvPicPr>
          <p:cNvPr id="3" name="Picture 2" descr="monthly_sales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0" y="571480"/>
            <a:ext cx="4572001" cy="1959429"/>
          </a:xfrm>
          <a:prstGeom prst="rect">
            <a:avLst/>
          </a:prstGeom>
        </p:spPr>
      </p:pic>
      <p:pic>
        <p:nvPicPr>
          <p:cNvPr id="4" name="Picture 3" descr="profit_by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34" y="3357562"/>
            <a:ext cx="3086104" cy="2143140"/>
          </a:xfrm>
          <a:prstGeom prst="rect">
            <a:avLst/>
          </a:prstGeom>
        </p:spPr>
      </p:pic>
      <p:pic>
        <p:nvPicPr>
          <p:cNvPr id="5" name="Picture 4" descr="sales_by_segm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0430" y="3357562"/>
            <a:ext cx="2514618" cy="2357454"/>
          </a:xfrm>
          <a:prstGeom prst="rect">
            <a:avLst/>
          </a:prstGeom>
        </p:spPr>
      </p:pic>
      <p:pic>
        <p:nvPicPr>
          <p:cNvPr id="6" name="Picture 5" descr="subcategory_profit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143636" y="3286124"/>
            <a:ext cx="2714644" cy="22860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b="1" dirty="0" smtClean="0"/>
              <a:t>Task 4 – </a:t>
            </a:r>
            <a:r>
              <a:rPr lang="en-US" sz="3000" b="1" dirty="0" smtClean="0"/>
              <a:t>Data Storytelling &amp; Statistical Validation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 smtClean="0"/>
              <a:t>Objective</a:t>
            </a:r>
          </a:p>
          <a:p>
            <a:r>
              <a:rPr lang="en-GB" dirty="0" smtClean="0"/>
              <a:t>Develop forecasting models to predict future trends using historical data.</a:t>
            </a:r>
          </a:p>
          <a:p>
            <a:r>
              <a:rPr lang="en-GB" b="1" dirty="0" smtClean="0"/>
              <a:t>Activities Performed</a:t>
            </a:r>
          </a:p>
          <a:p>
            <a:r>
              <a:rPr lang="en-GB" dirty="0" smtClean="0"/>
              <a:t>Prepared time series data </a:t>
            </a:r>
          </a:p>
          <a:p>
            <a:r>
              <a:rPr lang="en-GB" dirty="0" smtClean="0"/>
              <a:t>Performed trend analysis </a:t>
            </a:r>
          </a:p>
          <a:p>
            <a:r>
              <a:rPr lang="en-GB" dirty="0" smtClean="0"/>
              <a:t>Built forecasting models </a:t>
            </a:r>
          </a:p>
          <a:p>
            <a:r>
              <a:rPr lang="en-GB" dirty="0" smtClean="0"/>
              <a:t>Evaluated model performance </a:t>
            </a:r>
          </a:p>
          <a:p>
            <a:r>
              <a:rPr lang="en-GB" dirty="0" smtClean="0"/>
              <a:t>Generated future predictions </a:t>
            </a:r>
          </a:p>
          <a:p>
            <a:r>
              <a:rPr lang="en-GB" b="1" dirty="0" smtClean="0"/>
              <a:t>Skills Demonstrated</a:t>
            </a:r>
          </a:p>
          <a:p>
            <a:r>
              <a:rPr lang="en-GB" dirty="0" smtClean="0"/>
              <a:t>Time Series Analysis </a:t>
            </a:r>
          </a:p>
          <a:p>
            <a:r>
              <a:rPr lang="en-GB" dirty="0" smtClean="0"/>
              <a:t>Forecasting </a:t>
            </a:r>
          </a:p>
          <a:p>
            <a:r>
              <a:rPr lang="en-GB" dirty="0" smtClean="0"/>
              <a:t>Predictive Analytics </a:t>
            </a:r>
          </a:p>
          <a:p>
            <a:r>
              <a:rPr lang="en-GB" dirty="0" smtClean="0"/>
              <a:t>Model Evaluation </a:t>
            </a:r>
          </a:p>
          <a:p>
            <a:r>
              <a:rPr lang="en-GB" b="1" dirty="0" smtClean="0"/>
              <a:t>Outcome</a:t>
            </a:r>
          </a:p>
          <a:p>
            <a:r>
              <a:rPr lang="en-GB" dirty="0" smtClean="0"/>
              <a:t>Successfully predicted future trends using forecasting techniques and model evaluation metrics.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ea_vs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4" y="928670"/>
            <a:ext cx="3975344" cy="3857652"/>
          </a:xfrm>
          <a:prstGeom prst="rect">
            <a:avLst/>
          </a:prstGeom>
        </p:spPr>
      </p:pic>
      <p:pic>
        <p:nvPicPr>
          <p:cNvPr id="3" name="Picture 2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620" y="1214422"/>
            <a:ext cx="5036380" cy="33575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nal 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0" y="642918"/>
            <a:ext cx="7858148" cy="51435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Technical Skills Demonstrated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 smtClean="0"/>
              <a:t>Programming</a:t>
            </a:r>
          </a:p>
          <a:p>
            <a:r>
              <a:rPr lang="en-US" sz="1400" dirty="0" smtClean="0"/>
              <a:t>Python </a:t>
            </a:r>
          </a:p>
          <a:p>
            <a:r>
              <a:rPr lang="en-US" sz="1400" b="1" dirty="0" smtClean="0"/>
              <a:t>Data Analysis Libraries</a:t>
            </a:r>
          </a:p>
          <a:p>
            <a:r>
              <a:rPr lang="en-US" sz="1400" dirty="0" smtClean="0"/>
              <a:t>Pandas </a:t>
            </a:r>
          </a:p>
          <a:p>
            <a:r>
              <a:rPr lang="en-US" sz="1400" dirty="0" err="1" smtClean="0"/>
              <a:t>NumPy</a:t>
            </a:r>
            <a:r>
              <a:rPr lang="en-US" sz="1400" dirty="0" smtClean="0"/>
              <a:t> </a:t>
            </a:r>
          </a:p>
          <a:p>
            <a:r>
              <a:rPr lang="en-US" sz="1400" b="1" dirty="0" smtClean="0"/>
              <a:t>Visualization Libraries</a:t>
            </a:r>
          </a:p>
          <a:p>
            <a:r>
              <a:rPr lang="en-US" sz="1400" dirty="0" err="1" smtClean="0"/>
              <a:t>Matplotlib</a:t>
            </a:r>
            <a:r>
              <a:rPr lang="en-US" sz="1400" dirty="0" smtClean="0"/>
              <a:t> </a:t>
            </a:r>
          </a:p>
          <a:p>
            <a:r>
              <a:rPr lang="en-US" sz="1400" dirty="0" err="1" smtClean="0"/>
              <a:t>Seaborn</a:t>
            </a:r>
            <a:r>
              <a:rPr lang="en-US" sz="1400" dirty="0" smtClean="0"/>
              <a:t> </a:t>
            </a:r>
          </a:p>
          <a:p>
            <a:r>
              <a:rPr lang="en-US" sz="1400" b="1" dirty="0" smtClean="0"/>
              <a:t>Machine Learning &amp; Forecasting</a:t>
            </a:r>
          </a:p>
          <a:p>
            <a:r>
              <a:rPr lang="en-US" sz="1400" dirty="0" err="1" smtClean="0"/>
              <a:t>Scikit</a:t>
            </a:r>
            <a:r>
              <a:rPr lang="en-US" sz="1400" dirty="0" smtClean="0"/>
              <a:t>-learn </a:t>
            </a:r>
          </a:p>
          <a:p>
            <a:r>
              <a:rPr lang="en-US" sz="1400" dirty="0" err="1" smtClean="0"/>
              <a:t>Statsmodels</a:t>
            </a:r>
            <a:r>
              <a:rPr lang="en-US" sz="1400" dirty="0" smtClean="0"/>
              <a:t> </a:t>
            </a:r>
          </a:p>
          <a:p>
            <a:r>
              <a:rPr lang="en-US" sz="1400" b="1" dirty="0" smtClean="0"/>
              <a:t>Tools &amp; Platforms</a:t>
            </a:r>
          </a:p>
          <a:p>
            <a:r>
              <a:rPr lang="en-US" sz="1400" dirty="0" smtClean="0"/>
              <a:t>VS Code </a:t>
            </a:r>
          </a:p>
          <a:p>
            <a:r>
              <a:rPr lang="en-US" sz="1400" dirty="0" err="1" smtClean="0"/>
              <a:t>Git</a:t>
            </a:r>
            <a:r>
              <a:rPr lang="en-US" sz="1400" dirty="0" smtClean="0"/>
              <a:t> </a:t>
            </a:r>
          </a:p>
          <a:p>
            <a:r>
              <a:rPr lang="en-US" sz="1400" dirty="0" err="1" smtClean="0"/>
              <a:t>GitHub</a:t>
            </a:r>
            <a:endParaRPr lang="en-US" sz="1400" dirty="0" smtClean="0"/>
          </a:p>
          <a:p>
            <a:pPr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Key </a:t>
            </a:r>
            <a:r>
              <a:rPr lang="en-US" sz="3000" b="1" dirty="0" err="1" smtClean="0"/>
              <a:t>Learnings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400" b="1" dirty="0" smtClean="0"/>
              <a:t>Technical </a:t>
            </a:r>
            <a:r>
              <a:rPr lang="en-US" sz="1400" b="1" dirty="0" err="1" smtClean="0"/>
              <a:t>Learnings</a:t>
            </a:r>
            <a:endParaRPr lang="en-US" sz="1400" b="1" dirty="0" smtClean="0"/>
          </a:p>
          <a:p>
            <a:r>
              <a:rPr lang="en-US" sz="1400" dirty="0" smtClean="0"/>
              <a:t>Data Cleaning and Preparation </a:t>
            </a:r>
          </a:p>
          <a:p>
            <a:r>
              <a:rPr lang="en-US" sz="1400" dirty="0" smtClean="0"/>
              <a:t>Exploratory Data Analysis </a:t>
            </a:r>
          </a:p>
          <a:p>
            <a:r>
              <a:rPr lang="en-US" sz="1400" dirty="0" smtClean="0"/>
              <a:t>Statistical Analysis </a:t>
            </a:r>
          </a:p>
          <a:p>
            <a:r>
              <a:rPr lang="en-US" sz="1400" dirty="0" smtClean="0"/>
              <a:t>Dashboard Development </a:t>
            </a:r>
          </a:p>
          <a:p>
            <a:r>
              <a:rPr lang="en-US" sz="1400" dirty="0" smtClean="0"/>
              <a:t>Forecasting Techniques </a:t>
            </a:r>
          </a:p>
          <a:p>
            <a:r>
              <a:rPr lang="en-US" sz="1400" b="1" dirty="0" smtClean="0"/>
              <a:t>Professional </a:t>
            </a:r>
            <a:r>
              <a:rPr lang="en-US" sz="1400" b="1" dirty="0" err="1" smtClean="0"/>
              <a:t>Learnings</a:t>
            </a:r>
            <a:endParaRPr lang="en-US" sz="1400" b="1" dirty="0" smtClean="0"/>
          </a:p>
          <a:p>
            <a:r>
              <a:rPr lang="en-US" sz="1400" dirty="0" smtClean="0"/>
              <a:t>Problem Solving </a:t>
            </a:r>
          </a:p>
          <a:p>
            <a:r>
              <a:rPr lang="en-US" sz="1400" dirty="0" smtClean="0"/>
              <a:t>Analytical Thinking </a:t>
            </a:r>
          </a:p>
          <a:p>
            <a:r>
              <a:rPr lang="en-US" sz="1400" dirty="0" smtClean="0"/>
              <a:t>Data Storytelling </a:t>
            </a:r>
          </a:p>
          <a:p>
            <a:r>
              <a:rPr lang="en-US" sz="1400" dirty="0" smtClean="0"/>
              <a:t>Documentation </a:t>
            </a:r>
          </a:p>
          <a:p>
            <a:r>
              <a:rPr lang="en-US" sz="1400" dirty="0" smtClean="0"/>
              <a:t>Version Control with </a:t>
            </a:r>
            <a:r>
              <a:rPr lang="en-US" sz="1400" dirty="0" err="1" smtClean="0"/>
              <a:t>Git</a:t>
            </a:r>
            <a:r>
              <a:rPr lang="en-US" sz="1400" dirty="0" smtClean="0"/>
              <a:t> </a:t>
            </a:r>
          </a:p>
          <a:p>
            <a:r>
              <a:rPr lang="en-US" sz="1400" b="1" dirty="0" smtClean="0"/>
              <a:t>Outcome</a:t>
            </a:r>
          </a:p>
          <a:p>
            <a:r>
              <a:rPr lang="en-US" sz="1400" dirty="0" smtClean="0"/>
              <a:t>Strengthened practical data analytics skills through hands-on project experience.</a:t>
            </a:r>
          </a:p>
          <a:p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Portfolio Repository &amp; Project Links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Master Portfolio Repository</a:t>
            </a:r>
          </a:p>
          <a:p>
            <a:r>
              <a:rPr lang="en-US" dirty="0" smtClean="0"/>
              <a:t>This portfolio repository contains</a:t>
            </a:r>
            <a:r>
              <a:rPr lang="en-US" dirty="0" smtClean="0"/>
              <a:t>:</a:t>
            </a:r>
          </a:p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github.com/HasiniLavanga/Data-Wrangling-ApexPlanet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github.com/HasiniLavanga/EDA-Business-Intelligence-ApexPlanet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</a:t>
            </a:r>
            <a:r>
              <a:rPr lang="en-US" dirty="0" smtClean="0">
                <a:hlinkClick r:id="rId4"/>
              </a:rPr>
              <a:t>://</a:t>
            </a:r>
            <a:r>
              <a:rPr lang="en-US" dirty="0" smtClean="0">
                <a:hlinkClick r:id="rId4"/>
              </a:rPr>
              <a:t>github.com/HasiniLavanga/superstore-sales-dashboard-analysis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https://</a:t>
            </a:r>
            <a:r>
              <a:rPr lang="en-US" dirty="0" smtClean="0">
                <a:hlinkClick r:id="rId5"/>
              </a:rPr>
              <a:t>github.com/HasiniLavanga/house-price-simple-app</a:t>
            </a:r>
            <a:endParaRPr lang="en-US" dirty="0" smtClean="0"/>
          </a:p>
          <a:p>
            <a:r>
              <a:rPr lang="en-US" b="1" dirty="0" smtClean="0"/>
              <a:t>Highlights</a:t>
            </a:r>
            <a:endParaRPr lang="en-US" b="1" dirty="0" smtClean="0"/>
          </a:p>
          <a:p>
            <a:r>
              <a:rPr lang="en-US" dirty="0" smtClean="0"/>
              <a:t>End-to-End Data Analytics Workflow </a:t>
            </a:r>
          </a:p>
          <a:p>
            <a:r>
              <a:rPr lang="en-US" dirty="0" smtClean="0"/>
              <a:t>Business Insights Generation </a:t>
            </a:r>
          </a:p>
          <a:p>
            <a:r>
              <a:rPr lang="en-US" dirty="0" smtClean="0"/>
              <a:t>Dashboard Development </a:t>
            </a:r>
          </a:p>
          <a:p>
            <a:r>
              <a:rPr lang="en-US" dirty="0" smtClean="0"/>
              <a:t>Forecasting Project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 dirty="0" smtClean="0"/>
              <a:t>Conclusion</a:t>
            </a:r>
            <a:endParaRPr lang="en-US"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400" dirty="0" smtClean="0"/>
              <a:t>This internship provided valuable hands-on experience in data analysis, visualization, </a:t>
            </a:r>
            <a:r>
              <a:rPr lang="en-GB" sz="1400" dirty="0" err="1" smtClean="0"/>
              <a:t>dashboarding</a:t>
            </a:r>
            <a:r>
              <a:rPr lang="en-GB" sz="1400" dirty="0" smtClean="0"/>
              <a:t>, and forecasting.</a:t>
            </a:r>
          </a:p>
          <a:p>
            <a:r>
              <a:rPr lang="en-GB" sz="1400" dirty="0" smtClean="0"/>
              <a:t>The projects completed during this internship strengthened my technical and analytical skills while improving my ability to solve real-world business problems using data.</a:t>
            </a:r>
          </a:p>
          <a:p>
            <a:pPr>
              <a:buNone/>
            </a:pPr>
            <a:r>
              <a:rPr lang="en-IN" dirty="0" smtClean="0"/>
              <a:t>                                   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                                   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471</Words>
  <Application>Microsoft Office PowerPoint</Application>
  <PresentationFormat>On-screen Show (4:3)</PresentationFormat>
  <Paragraphs>134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Data Analyst Internship Portfolio</vt:lpstr>
      <vt:lpstr>Internship Overview</vt:lpstr>
      <vt:lpstr>Task 1 – Data Immersion &amp; Wrangling</vt:lpstr>
      <vt:lpstr>Slide 4</vt:lpstr>
      <vt:lpstr>Slide 5</vt:lpstr>
      <vt:lpstr>Task 2 – Exploratory Data Analysis (EDA) &amp; Business Intelligence </vt:lpstr>
      <vt:lpstr>Slide 7</vt:lpstr>
      <vt:lpstr>Slide 8</vt:lpstr>
      <vt:lpstr>Task 3 – Deep-Dive Analysis &amp; Interactive Dashboarding</vt:lpstr>
      <vt:lpstr>Slide 10</vt:lpstr>
      <vt:lpstr>Task 4 – Data Storytelling &amp; Statistical Validation</vt:lpstr>
      <vt:lpstr>Slide 12</vt:lpstr>
      <vt:lpstr>Slide 13</vt:lpstr>
      <vt:lpstr>Technical Skills Demonstrated</vt:lpstr>
      <vt:lpstr>Key Learnings</vt:lpstr>
      <vt:lpstr>Portfolio Repository &amp; Project Links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Internship Portfolio</dc:title>
  <dc:creator>Hasini</dc:creator>
  <cp:lastModifiedBy>Hasini</cp:lastModifiedBy>
  <cp:revision>5</cp:revision>
  <dcterms:created xsi:type="dcterms:W3CDTF">2026-05-30T06:07:49Z</dcterms:created>
  <dcterms:modified xsi:type="dcterms:W3CDTF">2026-05-30T13:37:02Z</dcterms:modified>
</cp:coreProperties>
</file>